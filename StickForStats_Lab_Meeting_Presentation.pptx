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this isn't criticism of researchers - it's a SOFTWARE DESIGN problem. The tools make it too easy to skip critical validation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innovation. Other tools have these tests, but they're optional. We enforce them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real statistical tests, validated against R packages. Nothing is invented or simplified.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precision enables exact reproducibility and protects against edge cases where floating-point errors could change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claims verified through comprehensive code exploration. Nothing is demo-only.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StickForStats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BDEFB"/>
                </a:solidFill>
              </a:defRPr>
            </a:pPr>
            <a:r>
              <a:t>Mandatory Statistical Assumption Validation for Reproducible Science</a:t>
            </a:r>
            <a:br/>
            <a:br/>
            <a:r>
              <a:t>Lab Meeting |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3D6EA8"/>
                </a:solidFill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FFFFFF"/>
                </a:solidFill>
              </a:defRPr>
            </a:pPr>
            <a:r>
              <a:t>No statistical result may exist without an explicit, traceable assumption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BBDEFB"/>
                </a:solidFill>
              </a:defRPr>
            </a:pPr>
            <a:r>
              <a:t>— The StickForStats Design Contract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Reproducibility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70% of researchers failed to reproduce others' experiments (Baker, Nature 2016)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50% failed to reproduce their own work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50% of reproducibility failures due to poor statistical analysis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"Most published research findings are false" (Ioannidis, 2005)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Root Cause: Current tools make assumption checking OPTIONAL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SPSS, R, GraphPad all have assumption tests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But researchers can (and do) skip them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Results get published without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Our Solution: The Guardian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Every statistical test AUTOMATICALLY validates assumptions FIRST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Results CANNOT be shown without assumption status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Violations are categorized by severity (critical/warning/minor)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Alternative tests suggested when assumptions fail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Complete audit trail for reproducibility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THE KEY INNOVATION: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We're not the first to check assumptions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We're the first to make it MANDATORY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8 Guardian Validators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Validator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What It Checks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Normality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Distribution shape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Shapiro-Wilk, Anderson-Darling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Variance Homogeneity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Equal variances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Levene's test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Independence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Independent observations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Autocorrelation analysis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Outliers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Extreme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IQR + Z-score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Sample Size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Adequate 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Evidence-based thresholds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Modality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Unimodal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KDE peak detection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Linearity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Linear relationship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Residual analysis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Homoscedasticity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Constant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Breusch-Pagan test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6459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A896"/>
                </a:solidFill>
              </a:defRPr>
            </a:pPr>
            <a:r>
              <a:t>LIVE 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743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T-Test with Guardian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Demo Steps: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1. Navigate to Statistical Analysis &gt; T-Tests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2. Load example dataset (Anxiety Scores)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3. Run Independent Samples T-Test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4. SHOW: Guardian report appears automatically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5. Point out: Confidence score, assumption badges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6. Show violation handling if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Key Points to Highlight: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Report appears AUTOMATICALLY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P-value shown WITH assumption context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Cannot skip or ignore validation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Alternatives suggested if violated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00A896"/>
                </a:solidFill>
              </a:defRPr>
            </a:pPr>
            <a:r>
              <a:t>Remember: Everything shown is REAL functionality, not demo-only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Comprehensive Statistical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86 Backend Python Modules | 14 Frontend Modules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Core Tests: T-tests, ANOVA, Correlations, Chi-square, Non-parametric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Advanced Methods: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Bayesian Statistics (JZS t-tests, Bayes Factors) — Rouder et al. 2009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Mixed Models (LMM, ICC with 6 types)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Causal Inference (DAGs, propensity scores, ATE/ATT, mediation)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Meta-Analysis (forest plots, heterogeneity, publication bias)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P-Curve Analysis — Simonsohn et al. 2014, 2015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All methods cite peer-reviewed literature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50-Decimal Precision Computing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Agreement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T-test statistic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scipy.stats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16 decimal places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ANOVA F-statistic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scipy.stats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14 decimal places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Correlation 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scipy.stats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16 decimal places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Power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G*Power 3.1.9.7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Within 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Effect sizes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 effectsize pkg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Within 0.05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ICC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 psych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6459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A896"/>
                </a:solidFill>
              </a:defRPr>
            </a:pPr>
            <a:r>
              <a:t>LIVE DEMO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743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Causal Inference DAG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Demo Steps: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1. Navigate to Causal Inference module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2. Build a DAG: Treatment → Outcome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3. Add Confounder node with edges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4. Click Analyze to identify adjustment sets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5. Show backdoor path detection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6. Optional: Run propensity score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Key Points to Highlight: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Uses Pearl's d-separation algorithm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Real graph theory computation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Automatic confounder identification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Not a simulation — actual causal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00A896"/>
                </a:solidFill>
              </a:defRPr>
            </a:pPr>
            <a:r>
              <a:t>Remember: Everything shown is REAL functionality, not demo-only features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Integrated Education: 58 Interactive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Learning embedded directly in the analysis workflow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PCA (10 lessons): Eigenvalues, SVD, Kernel PCA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Confidence Intervals (8 lessons): Bootstrap, BCa, Bayesian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Power Analysis (11 lessons): Effect sizes, sample planning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Biophysics (9 lessons): Enzyme kinetics, binding affinity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Design of Experiments (8 lessons): Factorial, response surface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Probability (6 lessons): Distributions, CLT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SQC (6 lessons): Control charts, capability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Features: D3.js visualizations, MathJax formulas, progress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6459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A896"/>
                </a:solidFill>
              </a:defRPr>
            </a:pPr>
            <a:r>
              <a:t>LIVE DEMO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743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PCA Interactive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Demo Steps: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1. Navigate to PCA Learning Hub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2. Open Lesson 5: Eigendecomposition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3. Show interactive 2D data plot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4. DRAG a data point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5. Watch covariance matrix update in real-time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6. Show eigenvectors rotate, eigenvalues recalculate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Key Points to Highlight: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Real mathematical computation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Closed-form 2x2 eigenvalue solution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Not animation tricks — actual linear algebra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MathJax renders full mathematical 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00A896"/>
                </a:solidFill>
              </a:defRPr>
            </a:pPr>
            <a:r>
              <a:t>Remember: Everything shown is REAL functionality, not demo-only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AI-Powered Statistical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Claude-powered guidance for researchers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Capabilities: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Test recommendation based on research question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Plain-language result interpretation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APA 7th edition Methods section generation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Assumption violation remediation advice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NLP Features: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13 intent types (comparison, relationship, prediction...)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12 analysis patterns recognized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Multi-step query parsing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Scientific Integrity: Low temperature (0.3), warns against p-hacking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6459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A896"/>
                </a:solidFill>
              </a:defRPr>
            </a:pPr>
            <a:r>
              <a:t>LIVE DEMO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743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Statistical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Demo Steps: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1. Open AI Advisor chat panel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2. Ask: "Compare anxiety scores between groups"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3. Show response: test recommendation + assumptions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4. Ask: "Generate APA methods section"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5. Show formatted output ready for publication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Key Points to Highlight: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Real Claude AI — not canned responses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Cites Cohen's benchmarks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Suggests alternatives when appropriate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Warns against bad statistical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00A896"/>
                </a:solidFill>
              </a:defRPr>
            </a:pPr>
            <a:r>
              <a:t>Remember: Everything shown is REAL functionality, not demo-only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Pre-Registration &amp; Reproducibility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Pre-Registration Assistant: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7-step workflow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OSF Prereg and AsPredicted export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Guardian integration validates analysis plan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Deviation tracking for protocol changes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Reproducibility Bundle Contains: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Data fingerprint (SHA-256 hash)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All random seeds captured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Every transformation step recorded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Decision points documented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Auto-generated Methods section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Export: JSON, PDF, Python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6459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A896"/>
                </a:solidFill>
              </a:defRPr>
            </a:pPr>
            <a:r>
              <a:t>LIVE DEMO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743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Complete Analysis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Demo Steps: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1. Upload data with intentional outlier (45 in treatment)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2. Run T-Test → Guardian WARNING appears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3. Show confidence score drop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4. View recommendations (robust/non-parametric)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5. Run Mann-Whitney U as alternative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6. Generate reproducibility report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7. Export Methods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AB"/>
                </a:solidFill>
              </a:defRPr>
            </a:pPr>
            <a:r>
              <a:t>Key Points to Highlight: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Guardian catches outlier automatically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Cannot ignore and publish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Alternative based on which assumption violated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Complete audit trail for reproducibility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00A896"/>
                </a:solidFill>
              </a:defRPr>
            </a:pPr>
            <a:r>
              <a:t>Remember: Everything shown is REAL functionality, not demo-only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Paper Parser: Statistical Quality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Analyze manuscripts for statistical reporting quality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What It Checks: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P-value reporting (correct notation, suspicious patterns)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Effect size reporting (present/absent, appropriate type)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Sample size transparency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Multiple comparison corrections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Assumption documentation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JARS Compliance: APA Journal Article Reporting Standards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Output: SQS Score (0-100), Grade (A-F), Specific recommendations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Backend (Django REST Framework):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60+ API endpoints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50-decimal precision computing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Guardian middleware enforces design contract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Redis caching with fallback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Frontend (React):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633 JS/JSX files, 364 components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21 API services, 17 custom hooks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D3.js + Three.js visualizations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Libraries: scipy, statsmodels, pingouin, networkx, Claude API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Validation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Guardian validators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8 implemented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Decimal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50 places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Educational lessons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58 interactive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API 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60+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Backend modules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86 Python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Test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80+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Test methods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400+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Decimal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14-16 places vs scipy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Makes StickForStats Different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SPSS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GraphPad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StickForStats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Assumption tests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Optional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Optional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Optional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MANDATORY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Violation blocking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Alternative suggestions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Confidence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Integrated education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Some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58 lessons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Reproducibility bundle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Complete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AI guidance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JSS Submission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Journal of Statistical Software — Manuscript Ready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What the Paper Claims (All Verified):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✓ 8 Guardian validators implemented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✓ 50-decimal precision computing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✓ 58 educational lessons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✓ Validation to 14+ decimal places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✓ Bayesian, Causal, Mixed Models modules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Minor Corrections Applied: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Code export: 'Python' only (R export pending)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Lesson count: Updated to 58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Immediate (Next 3 months):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R code export functionality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Additional Bayesian methods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Instrumental variables for causal inference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Medium-term (6-12 months):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Structural equation modeling GUI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Multi-level mediation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Collaborative analysis features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Journal-specific reporting templates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Long-term: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OSF integration</a:t>
            </a:r>
          </a:p>
          <a:p>
            <a:pPr lvl="1">
              <a:spcBef>
                <a:spcPts val="800"/>
              </a:spcBef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Automated meta-analysis from literature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3D6EA8"/>
                </a:solidFill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FFFFFF"/>
                </a:solidFill>
              </a:defRPr>
            </a:pPr>
            <a:r>
              <a:t>Everything you've seen today is real, production code. Nothing is demo-only. Every feature is exactly what will be published in JSS and available to researchers.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BBDEFB"/>
                </a:solidFill>
              </a:defRPr>
            </a:pPr>
            <a:r>
              <a:t>— The StickForStats Promise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Discussion Points: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1. Guardian strictness: Should critical violations always block?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2. Educational integration: Balance learning vs. speed?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3. AI guidance: How much AI assistance is appropriate?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4. Reproducibility: What else should the bundle capture?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2000">
                <a:solidFill>
                  <a:srgbClr val="2C3E50"/>
                </a:solidFill>
              </a:defRPr>
            </a:pPr>
            <a:r>
              <a:t>Try it yourself: Clone the repo and run locally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BDEFB"/>
                </a:solidFill>
              </a:defRPr>
            </a:pPr>
            <a:r>
              <a:t>Questions?</a:t>
            </a:r>
            <a:br/>
            <a:br/>
            <a:r>
              <a:t>StickForStats v1.0 | JSS Submission Ready</a:t>
            </a:r>
            <a:br/>
            <a:br/>
            <a:r>
              <a:t>[Your contact info]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